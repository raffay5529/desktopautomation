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30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9728" cy="2011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Raffay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web apps from the database to the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browser.About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	I build web apps from the database </a:t>
            </a:r>
            <a:r>
              <a:rPr lang="en-US" sz="160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to the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who enjoys building things end to end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on both the frontend and the backend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learning new tools and shipping side projects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Work With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438400" cy="27432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52800" y="1645920"/>
            <a:ext cx="2438400" cy="27432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81400" y="182880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65520" y="1645920"/>
            <a:ext cx="2438400" cy="27432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4120" y="182880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94120" y="24231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together.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Raffay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On-screen Show (16:9)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Raffay</dc:title>
  <dc:subject>PptxGenJS Presentation</dc:subject>
  <dc:creator>Raffay</dc:creator>
  <cp:lastModifiedBy>HP</cp:lastModifiedBy>
  <cp:revision>2</cp:revision>
  <dcterms:created xsi:type="dcterms:W3CDTF">2026-10-05T18:11:06Z</dcterms:created>
  <dcterms:modified xsi:type="dcterms:W3CDTF">2026-10-05T18:16:08Z</dcterms:modified>
</cp:coreProperties>
</file>